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KINGS 19:1-18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Tank Is Not Low.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Empty.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God does when you have nothing left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Proposition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empty, God’s first response is not correction or commission. </a:t>
            </a:r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care.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4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19 is not about fire.</a:t>
            </a:r>
            <a:endParaRPr lang="en-US" sz="4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about bread.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MOUNT CARMEL TO THE WILDERNESS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distance between your greatest victory and your deepest collapse can be </a:t>
            </a:r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bad message.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8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meets us at </a:t>
            </a:r>
            <a:pPr algn="l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empty</a:t>
            </a:r>
            <a:pPr algn="l" indent="0" marL="0">
              <a:spcAft>
                <a:spcPts val="800"/>
              </a:spcAft>
              <a:buNone/>
            </a:pPr>
            <a:r>
              <a:rPr lang="en-US" sz="48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after empty.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God Does Not 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Rebuke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40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Rush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337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868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God Does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180136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15" name="Text 13"/>
          <p:cNvSpPr/>
          <p:nvPr/>
        </p:nvSpPr>
        <p:spPr>
          <a:xfrm>
            <a:off x="5047488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5000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17" name="Text 15"/>
          <p:cNvSpPr/>
          <p:nvPr/>
        </p:nvSpPr>
        <p:spPr>
          <a:xfrm>
            <a:off x="5047488" y="2240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289864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54880" y="344728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3337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62856" y="914400"/>
            <a:ext cx="18288" cy="2926080"/>
          </a:xfrm>
          <a:prstGeom prst="rect">
            <a:avLst/>
          </a:prstGeom>
          <a:solidFill>
            <a:srgbClr val="CBD0C3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KINGS 19:7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400" i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journey is too great for thee.”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Sabbath is the creation architecture of rest.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juniper tree, God deploys Sabbath as mercy.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Two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God who speaks in the </a:t>
            </a:r>
            <a:pPr algn="l" indent="0" marL="0">
              <a:spcAft>
                <a:spcPts val="800"/>
              </a:spcAft>
              <a:buNone/>
            </a:pPr>
            <a:r>
              <a:rPr lang="en-US" sz="46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</a:t>
            </a:r>
            <a:pPr algn="l" indent="0" marL="0">
              <a:spcAft>
                <a:spcPts val="800"/>
              </a:spcAft>
              <a:buNone/>
            </a:pPr>
            <a:r>
              <a:rPr lang="en-US" sz="4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CBD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</a:t>
            </a:r>
            <a:endParaRPr lang="en-US" sz="4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CBD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Earthquake</a:t>
            </a:r>
            <a:endParaRPr lang="en-US" sz="4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CBD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800600" y="109728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there.</a:t>
            </a:r>
            <a:endParaRPr lang="en-US" sz="5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made noise to show Elijah He could.</a:t>
            </a:r>
            <a:endParaRPr lang="en-US" sz="3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He chose silence to show Elijah who He was.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i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noise is making it impossible to hear the thin silence?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Three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commissions </a:t>
            </a:r>
            <a:pPr algn="l" indent="0" marL="0">
              <a:spcAft>
                <a:spcPts val="800"/>
              </a:spcAft>
              <a:buNone/>
            </a:pPr>
            <a:r>
              <a:rPr lang="en-US" sz="50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</a:t>
            </a:r>
            <a:pPr algn="l" indent="0" marL="0">
              <a:spcAft>
                <a:spcPts val="800"/>
              </a:spcAft>
              <a:buNone/>
            </a:pP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people.</a:t>
            </a:r>
            <a:endParaRPr lang="en-US" sz="5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does not require full restoration before it trusts you again.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KINGS 19:18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still </a:t>
            </a:r>
            <a:pPr algn="l" indent="0" marL="0">
              <a:spcAft>
                <a:spcPts val="800"/>
              </a:spcAft>
              <a:buNone/>
            </a:pPr>
            <a:r>
              <a:rPr lang="en-US" sz="50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thousand</a:t>
            </a:r>
            <a:pPr algn="l" indent="0" marL="0">
              <a:spcAft>
                <a:spcPts val="800"/>
              </a:spcAft>
              <a:buNone/>
            </a:pP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God’s work is never hanging by one person’s endurance.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bread is already baked.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“Arise and eat; because the journey is too great for thee.”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the Tank Is Not Low. It's Empty.</dc:title>
  <dc:subject>Sermon support slides for 1 Kings 19:1-18</dc:subject>
  <dc:creator>Chukwuma Onyeije</dc:creator>
  <cp:lastModifiedBy>Chukwuma Onyeije</cp:lastModifiedBy>
  <cp:revision>1</cp:revision>
  <dcterms:created xsi:type="dcterms:W3CDTF">2026-05-19T18:13:45Z</dcterms:created>
  <dcterms:modified xsi:type="dcterms:W3CDTF">2026-05-19T18:13:45Z</dcterms:modified>
</cp:coreProperties>
</file>